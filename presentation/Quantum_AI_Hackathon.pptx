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NTUM_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AI  ·  From Requirement to Run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Hackathon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2188952" cy="6172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914400"/>
            <a:ext cx="1280160" cy="1280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286000" y="9601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286000" y="1965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Requirement to Run.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10698480" cy="36576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0896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AI Test Engineering Platform — ingests requirements, generates ISTQB-grade test cases, crawls the AUT, generates Playwright scripts, pushes to Git, and executes on BrowserStack.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5029200"/>
            <a:ext cx="941832" cy="411480"/>
          </a:xfrm>
          <a:prstGeom prst="roundRect">
            <a:avLst>
              <a:gd name="adj" fmla="val 22222"/>
            </a:avLst>
          </a:prstGeom>
          <a:solidFill>
            <a:srgbClr val="3730A3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029200"/>
            <a:ext cx="941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56232" y="5029200"/>
            <a:ext cx="2368296" cy="411480"/>
          </a:xfrm>
          <a:prstGeom prst="roundRect">
            <a:avLst>
              <a:gd name="adj" fmla="val 22222"/>
            </a:avLst>
          </a:prstGeom>
          <a:solidFill>
            <a:srgbClr val="3730A3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56232" y="502920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+ NG-ZORRO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07408" y="5029200"/>
            <a:ext cx="1060704" cy="411480"/>
          </a:xfrm>
          <a:prstGeom prst="roundRect">
            <a:avLst>
              <a:gd name="adj" fmla="val 22222"/>
            </a:avLst>
          </a:prstGeom>
          <a:solidFill>
            <a:srgbClr val="3730A3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5029200"/>
            <a:ext cx="1060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50992" y="5029200"/>
            <a:ext cx="941832" cy="411480"/>
          </a:xfrm>
          <a:prstGeom prst="roundRect">
            <a:avLst>
              <a:gd name="adj" fmla="val 22222"/>
            </a:avLst>
          </a:prstGeom>
          <a:solidFill>
            <a:srgbClr val="3730A3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0992" y="5029200"/>
            <a:ext cx="941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75704" y="5029200"/>
            <a:ext cx="1417320" cy="411480"/>
          </a:xfrm>
          <a:prstGeom prst="roundRect">
            <a:avLst>
              <a:gd name="adj" fmla="val 22222"/>
            </a:avLst>
          </a:prstGeom>
          <a:solidFill>
            <a:srgbClr val="3730A3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75704" y="50292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75904" y="5029200"/>
            <a:ext cx="1655064" cy="411480"/>
          </a:xfrm>
          <a:prstGeom prst="roundRect">
            <a:avLst>
              <a:gd name="adj" fmla="val 22222"/>
            </a:avLst>
          </a:prstGeom>
          <a:solidFill>
            <a:srgbClr val="3730A3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5904" y="5029200"/>
            <a:ext cx="1655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BrowserStack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Hackathon  ·  v2.1  ·  ~5 Hour Build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teams are buried in repetitive test design and brittle automation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9144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109728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Test 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writing of ISTQB-grade test cases for every requirement burns analyst hours.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828800"/>
            <a:ext cx="109728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965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Tools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468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Confluence, test management, and automation frameworks live in silos.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828800"/>
            <a:ext cx="109728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965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Automation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2468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Hand-coded Playwright/Selenium scripts break the moment selectors shift.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931920"/>
            <a:ext cx="109728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69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Traceability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clean line of sight from requirement → test case → execution → coverage.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393192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3931920"/>
            <a:ext cx="109728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4069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Feedback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0" y="45720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 → review → automation → execution can take days, not minutes.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393192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3931920"/>
            <a:ext cx="109728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4069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Quality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12480" y="45720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of positive, negative, and boundary cases varies by author.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one flow: Requirement → Test Cases → Script → Run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9144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1247120" cy="1097280"/>
          </a:xfrm>
          <a:prstGeom prst="roundRect">
            <a:avLst>
              <a:gd name="adj" fmla="val 8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AI ingests requirements (Jira / Confluence / free text), uses an LLM to generate ISTQB-grade test cases, crawls the AUT to extract a Page Object Model, maps test steps to real UI elements, generates Playwright scripts, pushes to Git, and executes on BrowserStack — all from a single web UI.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1691640" cy="1463040"/>
          </a:xfrm>
          <a:prstGeom prst="roundRect">
            <a:avLst>
              <a:gd name="adj" fmla="val 62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49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519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Confluence / Text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53412" y="4315968"/>
            <a:ext cx="15544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13432" y="3657600"/>
            <a:ext cx="1691640" cy="1463040"/>
          </a:xfrm>
          <a:prstGeom prst="roundRect">
            <a:avLst>
              <a:gd name="adj" fmla="val 625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13432" y="3749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Generate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13432" y="42519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AI Test Cases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09644" y="4315968"/>
            <a:ext cx="15544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9664" y="3657600"/>
            <a:ext cx="1691640" cy="1463040"/>
          </a:xfrm>
          <a:prstGeom prst="roundRect">
            <a:avLst>
              <a:gd name="adj" fmla="val 62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9664" y="3749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69664" y="42519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/ Edit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65876" y="4315968"/>
            <a:ext cx="15544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25896" y="3657600"/>
            <a:ext cx="1691640" cy="1463040"/>
          </a:xfrm>
          <a:prstGeom prst="roundRect">
            <a:avLst>
              <a:gd name="adj" fmla="val 6250"/>
            </a:avLst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25896" y="3749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Crawl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25896" y="42519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22108" y="4315968"/>
            <a:ext cx="15544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82128" y="3657600"/>
            <a:ext cx="1691640" cy="1463040"/>
          </a:xfrm>
          <a:prstGeom prst="roundRect">
            <a:avLst>
              <a:gd name="adj" fmla="val 625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82128" y="3749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Map &amp; Script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882128" y="42519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+ Git Push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78340" y="4315968"/>
            <a:ext cx="15544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38360" y="3657600"/>
            <a:ext cx="1691640" cy="1463040"/>
          </a:xfrm>
          <a:prstGeom prst="roundRect">
            <a:avLst>
              <a:gd name="adj" fmla="val 625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38360" y="3749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Execute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38360" y="42519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BrowserStack Run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From a single requirement to a green BrowserStack run in minutes — with full traceability.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in the 5-hour build window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9144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557784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Feature → Test Suite → Test Case hierarchy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intake (Jira ID, Confluence link, raw text)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 case generation (LLM-backed, mockable)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/ edit / approve / reject → save to DB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crawl + element store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↔ element mapping → Playwright script generation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generated script to Git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run on BrowserStack with live status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coverage + traceability metrics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783080"/>
            <a:ext cx="557784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7830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233172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orgs, RBAC, SSO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LLM / fine-tuning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API / performance test types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observability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polish, animations, dark mode, charts (deferred)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 Gateway → AI / Crawler / Executor → Mongo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9144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Web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(NG-ZORRO, :4200)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34640" y="2560320"/>
            <a:ext cx="9144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49040" y="20116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0116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Gateway /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(REST, JWT, Swagger, :3000)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560320"/>
            <a:ext cx="914400" cy="-7315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572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680960" y="137160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3716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ISTQB Prompts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560320"/>
            <a:ext cx="914400" cy="7315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3291840"/>
            <a:ext cx="4572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680960" y="283464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28346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· POM Extractor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2560320"/>
            <a:ext cx="914400" cy="219456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4754880"/>
            <a:ext cx="4572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80960" y="429768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42976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· BrowserStack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49040" y="36576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3657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 + Atlas M0)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0" y="3108960"/>
            <a:ext cx="0" cy="54864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7200" y="5120640"/>
            <a:ext cx="1124712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166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Integrations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REST   ·   Confluence REST   ·   OpenAI   ·   GitHub REST   ·   BrowserStack Automate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opinionated, hackathon-friendly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9144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20440" y="1828800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21, NG-ZORRO, RxJS, Reactive Forms, Tailwind defaults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112471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31720"/>
            <a:ext cx="73152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31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331720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(TypeScript), REST, JWT (access + refresh), Swagger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34640"/>
            <a:ext cx="73152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34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2834640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 (local for dev, MongoDB Atlas M0 for demo)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112471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37560"/>
            <a:ext cx="73152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337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20440" y="3337560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(ISTQB-aligned prompts: equivalence, BVA, decision tables, error guessing)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840480"/>
            <a:ext cx="73152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840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20440" y="3840480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(crawler + executor) on BrowserStack Automate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112471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343400"/>
            <a:ext cx="73152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343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20440" y="4343400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REST, Confluence REST, GitHub REST (push generated scripts)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84632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846320"/>
            <a:ext cx="73152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846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0440" y="4846320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(Mongo), Render (web + gateway + ai-engine), conventional commits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5349240"/>
            <a:ext cx="112471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349240"/>
            <a:ext cx="73152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349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520440" y="5349240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IDE for AI-assisted dev, Heroicons, Inter font, indigo brand palette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Pages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focused screens covering the entire 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9144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Dashboard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2423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Feature Detail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2423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/features/:id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98280" y="18288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Suite Detail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35440" y="2423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/suites/:id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Settings · Integrations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703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/settings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310896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Requirement Intake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3703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/generate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10896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Review Generated TCs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3703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/review/:batch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98280" y="310896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Traceability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35440" y="3703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/traceability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38912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Page Crawl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" y="4983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/crawler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37560" y="438912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Mapping &amp; Script Gen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474720" y="4983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/mapping/:suite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438912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Execution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55080" y="4983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/runs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098280" y="438912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3544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Metrics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235440" y="4983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/metrics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 use NG-ZORRO components: nz-layout · nz-table · nz-form · nz-modal · nz-card · nz-tag · nz-message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Under Test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SauceDemo / Swag Labs — public e-commerce sandbox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9144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530352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SauceDemo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https://www.saucedemo.com/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AUT: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Stable, public, no captcha / 2FA — purpose-built for automation tooling like Playwright, Selenium, and Cypress.
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Users (password: secret_sauce):</a:t>
            </a:r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standard_user — happy path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locked_out_user — negative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problem_user — broken images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performance_glitch_user — slow login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error_user — form errors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visual_user — visual regression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1828800"/>
            <a:ext cx="5760720" cy="4389120"/>
          </a:xfrm>
          <a:prstGeom prst="roundRect">
            <a:avLst>
              <a:gd name="adj" fmla="val 208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920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Flow (demo path)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72200" y="2468880"/>
            <a:ext cx="5394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https://www.saucedemo.com/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Login as standard_user / secret_sauce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Add 'Sauce Labs Backpack' to cart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Open cart → Checkout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Enter Quantum / AI / 560001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Continue → Finish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Assert 'Thank you for your order!'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Logout via burger menu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 Case Generation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ISTQB-aligned, mockable, traceable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9144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Techniques (in LLM prompt)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Partitioning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Group inputs into valid / invalid classes
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Value Analysis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Test the edges of each class
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Table Testing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Combinatorial rules → unique cases
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Guessing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Heuristic negatives the LLM is good at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846320"/>
            <a:ext cx="5120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0292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positive + negative + boundary cases per requirement, each with full traceability via requirementRef.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828800"/>
            <a:ext cx="5577840" cy="4389120"/>
          </a:xfrm>
          <a:prstGeom prst="roundRect">
            <a:avLst>
              <a:gd name="adj" fmla="val 208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920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Test Case (frozen contract)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233172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"TC001",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"suiteId": "S001",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"Login with valid credentials",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"steps":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"step": "Enter username", "expected": "Accepted"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"step": "Enter password", "expected": "Accepted"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"step": "Click login",    "expected": "Dashboard"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"tags": ["smoke", "login"],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"pending",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"requirementRef":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"source": "jira",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"key": "PROJ-123"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"createdBy": "ai"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minute live walkthrough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9144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194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AI → Dashboard (SauceDemo seed user)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08660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194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'E-Commerce Checkout' → Suite 'Checkout Flow'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2926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3291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user story on /generate → AI returns ISTQB test cases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92608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86600" y="2926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86600" y="3291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positive + negative + boundary; tweak; approve all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25880" y="4023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4389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/crawler → enter saucedemo URL → extract page elements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402336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86600" y="4023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Push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86600" y="4389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Auto-suggest binds steps → generate Playwright → push to Git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12064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120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325880" y="5120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25880" y="5486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/runs → Run on BrowserStack (Chrome / Win11) → live URL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512064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5120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086600" y="5120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86600" y="5486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Traceability: coverage 0% → 100%, # automated, # passing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 ready: pre-recorded BrowserStack run · cached element JSON · pre-pushed Git commit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Mocks are the fallback path, not the primary path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9144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411480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828800"/>
            <a:ext cx="164592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02920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rate-limit / no key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generator with 3 canned TC templates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41148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743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Jira/Confluence creds unavailable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16459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743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2743200"/>
            <a:ext cx="50292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743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input is the primary demo path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20040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200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BrowserStack quota exhausted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20040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200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3200400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200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Pre-record demo run; local Playwright fallback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657600"/>
            <a:ext cx="41148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657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 blocked by auth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3657600"/>
            <a:ext cx="16459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657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3657600"/>
            <a:ext cx="50292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657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 is public SauceDemo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11480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114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SauceDemo down during demo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411480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4114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09360" y="4114800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4114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Pre-cached element JSON fixture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4572000"/>
            <a:ext cx="41148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572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conflicts in gateway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63440" y="4572000"/>
            <a:ext cx="16459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4572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309360" y="4572000"/>
            <a:ext cx="50292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4572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owner (AI); contracts package shared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5029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overrun on UI polish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663440" y="502920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5029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309360" y="5029200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5029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defaults only; no custom CSS until H4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exposes ?mock=true / MOCK_MODE=true so the demo survives a single failed dependency.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What's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5 hours, ready for QA teams to extend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9144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745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8745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37560" y="2788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Modules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8745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2788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Coverage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98280" y="18288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18745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 min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098280" y="2788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→ BrowserStack Run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40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251960"/>
            <a:ext cx="5212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orgs + RBAC + SSO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selectors (LLM-assisted)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performance test types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 on review screen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CI integrations (GitHub Actions, GitLab)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74904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9319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355080" y="45720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AI — From Requirement to Run.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5120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55080" y="5577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github.com/AruljothySundaramoorthy/hackathon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Cursor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AI – From Requirement to Run</dc:title>
  <dc:subject>AI-powered Test Engineering Platform</dc:subject>
  <dc:creator>Quantum AI Team</dc:creator>
  <cp:lastModifiedBy>Quantum AI Team</cp:lastModifiedBy>
  <cp:revision>1</cp:revision>
  <dcterms:created xsi:type="dcterms:W3CDTF">2026-04-28T09:41:30Z</dcterms:created>
  <dcterms:modified xsi:type="dcterms:W3CDTF">2026-04-28T09:41:30Z</dcterms:modified>
</cp:coreProperties>
</file>